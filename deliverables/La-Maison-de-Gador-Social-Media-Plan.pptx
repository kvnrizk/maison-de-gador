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B4D4D">
              <a:alpha val="40000"/>
            </a:srgbClr>
          </a:solidFill>
          <a:ln w="12700">
            <a:solidFill>
              <a:srgbClr val="1B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82880"/>
            <a:ext cx="2011680" cy="2011680"/>
          </a:xfrm>
          <a:prstGeom prst="ellipse">
            <a:avLst/>
          </a:prstGeom>
          <a:solidFill>
            <a:srgbClr val="C9A84E">
              <a:alpha val="25000"/>
            </a:srgbClr>
          </a:solidFill>
          <a:ln w="12700">
            <a:solidFill>
              <a:srgbClr val="C9A8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MAISON DE GADOR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خطة التواصل الاجتماعي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 Plan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312724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strategy to launch La Maison de Gador online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build our audience before the grand opening.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Kevin Rizk  ·  March 2026  ·  Doha, Qatar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109728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Qatar, why now, and why premium dates is the right market.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502920" cy="109728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86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359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Brand Position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249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luxury meets Gulf heritage — what makes us different.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502920" cy="109728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5661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6393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005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first. Which platforms, why, and how we'll use them.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02920" cy="109728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05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078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Plan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4447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post, how often, and what it will look like.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86000"/>
            <a:ext cx="502920" cy="109728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86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359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Launch Calendar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7249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content plan for the first month.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09728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5661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393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Next Steps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05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costs, what we need, and what happens next.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1B4D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214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premium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&amp; gifting market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828800"/>
          </a:xfrm>
          <a:prstGeom prst="rect">
            <a:avLst/>
          </a:prstGeom>
          <a:solidFill>
            <a:srgbClr val="1B4D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Qatari households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1214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premium dates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gifting occasions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1B4D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51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$12.8B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luxury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1214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luxury goods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(+6% year over year)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Trends Driving Demand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128016" cy="128016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56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Chocolate Dates went viral on TikTok — stuffed dates are now mainstream luxury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128016" cy="128016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039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luxury: 57% of Gulf households buy organic/premium dates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128016" cy="128016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513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box culture: dates are now a luxury gifting product, not just food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535424"/>
            <a:ext cx="128016" cy="128016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4988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social content drives higher engagement than English-only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Unique 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097280"/>
          </a:xfrm>
          <a:prstGeom prst="rect">
            <a:avLst/>
          </a:prstGeom>
          <a:solidFill>
            <a:srgbClr val="1B4D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"French Luxury Meets Gulf Heritage"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premium chocolate dates brand in Qatar with this identity.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286000"/>
            <a:ext cx="54864" cy="868680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40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Phoenix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uses a phoenix. Symbolizes rebirth, transformation, and luxury.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461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246120"/>
            <a:ext cx="54864" cy="868680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300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Maison Name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593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naming on an Arab product — bridges two worlds elegantly.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286000"/>
            <a:ext cx="54864" cy="868680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340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Chocolate Focus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chocolate-dates niche in Qatar. Nobody else has claimed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246120"/>
            <a:ext cx="54864" cy="868680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300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Story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93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Small-batch, handcrafted — intimacy that large brands like Bateel can't offer.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657600"/>
          </a:xfrm>
          <a:prstGeom prst="rect">
            <a:avLst/>
          </a:prstGeom>
          <a:solidFill>
            <a:srgbClr val="2A6B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6400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channel. Beautiful photos, Reels, Stories, and Shopping. This is where our audience lives.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127248"/>
            <a:ext cx="2468880" cy="27432"/>
          </a:xfrm>
          <a:prstGeom prst="rect">
            <a:avLst/>
          </a:prstGeom>
          <a:solidFill>
            <a:srgbClr val="C9A84E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3246120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004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posts/week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593592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478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Reels/week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941064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953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960120"/>
            <a:ext cx="2743200" cy="3657600"/>
          </a:xfrm>
          <a:prstGeom prst="rect">
            <a:avLst/>
          </a:prstGeom>
          <a:solidFill>
            <a:srgbClr val="2A40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960120"/>
            <a:ext cx="2743200" cy="64008"/>
          </a:xfrm>
          <a:prstGeom prst="rect">
            <a:avLst/>
          </a:prstGeom>
          <a:solidFill>
            <a:srgbClr val="D4B96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024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298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Facebook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29000" y="1874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 as Instagram, cross-posted automatically via Meta Business Suite. Zero extra work.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127248"/>
            <a:ext cx="2468880" cy="27432"/>
          </a:xfrm>
          <a:prstGeom prst="rect">
            <a:avLst/>
          </a:prstGeom>
          <a:solidFill>
            <a:srgbClr val="D4B96A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456432" y="3246120"/>
            <a:ext cx="91440" cy="91440"/>
          </a:xfrm>
          <a:prstGeom prst="ellipse">
            <a:avLst/>
          </a:prstGeom>
          <a:solidFill>
            <a:srgbClr val="D4B96A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2004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cross-post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56432" y="3593592"/>
            <a:ext cx="91440" cy="91440"/>
          </a:xfrm>
          <a:prstGeom prst="ellipse">
            <a:avLst/>
          </a:prstGeom>
          <a:solidFill>
            <a:srgbClr val="D4B96A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5478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audience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56432" y="3941064"/>
            <a:ext cx="91440" cy="91440"/>
          </a:xfrm>
          <a:prstGeom prst="ellipse">
            <a:avLst/>
          </a:prstGeom>
          <a:solidFill>
            <a:srgbClr val="D4B96A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8953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reach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960120"/>
            <a:ext cx="2743200" cy="365760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960120"/>
            <a:ext cx="2743200" cy="64008"/>
          </a:xfrm>
          <a:prstGeom prst="rect">
            <a:avLst/>
          </a:prstGeom>
          <a:solidFill>
            <a:srgbClr val="D4B96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024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1298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446520" y="1874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orders and customer service. Qatar runs on WhatsApp. Our floating button on the website links directly here.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3127248"/>
            <a:ext cx="2468880" cy="27432"/>
          </a:xfrm>
          <a:prstGeom prst="rect">
            <a:avLst/>
          </a:prstGeom>
          <a:solidFill>
            <a:srgbClr val="D4B96A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73952" y="3246120"/>
            <a:ext cx="91440" cy="91440"/>
          </a:xfrm>
          <a:prstGeom prst="ellipse">
            <a:avLst/>
          </a:prstGeom>
          <a:solidFill>
            <a:srgbClr val="D4B96A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32004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inquiries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73952" y="3593592"/>
            <a:ext cx="91440" cy="91440"/>
          </a:xfrm>
          <a:prstGeom prst="ellipse">
            <a:avLst/>
          </a:prstGeom>
          <a:solidFill>
            <a:srgbClr val="D4B96A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35478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requests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73952" y="3941064"/>
            <a:ext cx="91440" cy="91440"/>
          </a:xfrm>
          <a:prstGeom prst="ellipse">
            <a:avLst/>
          </a:prstGeom>
          <a:solidFill>
            <a:srgbClr val="D4B96A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38953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updates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C9A84E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— Future expansion once we have product videos. The Dubai chocolate dates trend started on TikTok.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Post — Content Pillars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50292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241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Showcase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shots of dates, fillings, and luxury boxes. This is our storefront.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solidFill>
            <a:srgbClr val="6B1022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0241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60520" y="10515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the Scenes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155448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Stuffing dates, drizzling chocolate, packaging. Shows craftsmanship &amp; builds trust.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241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10515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 &amp; Gifting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in elegant Gulf settings, gift-giving moments, Arabic coffee tables.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6517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651760"/>
            <a:ext cx="2743200" cy="502920"/>
          </a:xfrm>
          <a:prstGeom prst="rect">
            <a:avLst/>
          </a:prstGeom>
          <a:solidFill>
            <a:srgbClr val="4A3060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267004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34440" y="2697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&amp; Heritage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320040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calligraphy, Gulf traditions, the meaning of dates in Arab culture.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6517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651760"/>
            <a:ext cx="2743200" cy="502920"/>
          </a:xfrm>
          <a:prstGeom prst="rect">
            <a:avLst/>
          </a:prstGeom>
          <a:solidFill>
            <a:srgbClr val="5A3020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267004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160520" y="2697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320040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Polls, questions, giveaways, customer features. Keeps followers active.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4251960"/>
            <a:ext cx="8686800" cy="713232"/>
          </a:xfrm>
          <a:prstGeom prst="rect">
            <a:avLst/>
          </a:prstGeom>
          <a:solidFill>
            <a:srgbClr val="1B4D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297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Posting Frequency: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4407408"/>
            <a:ext cx="1600200" cy="347472"/>
          </a:xfrm>
          <a:prstGeom prst="rect">
            <a:avLst/>
          </a:prstGeom>
          <a:solidFill>
            <a:srgbClr val="0F2E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920240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posts/week  ·  Feed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03320" y="4407408"/>
            <a:ext cx="1600200" cy="347472"/>
          </a:xfrm>
          <a:prstGeom prst="rect">
            <a:avLst/>
          </a:prstGeom>
          <a:solidFill>
            <a:srgbClr val="0F2E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703320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Reels/week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4407408"/>
            <a:ext cx="1600200" cy="347472"/>
          </a:xfrm>
          <a:prstGeom prst="rect">
            <a:avLst/>
          </a:prstGeom>
          <a:solidFill>
            <a:srgbClr val="0F2E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Stories/day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69480" y="4407408"/>
            <a:ext cx="1600200" cy="347472"/>
          </a:xfrm>
          <a:prstGeom prst="rect">
            <a:avLst/>
          </a:prstGeom>
          <a:solidFill>
            <a:srgbClr val="0F2E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69480" y="4407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Carousels/week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Our Posts Will Look on Instagram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274320"/>
            <a:ext cx="2596896" cy="4114800"/>
          </a:xfrm>
          <a:prstGeom prst="roundRect">
            <a:avLst>
              <a:gd name="adj" fmla="val 528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377440" cy="2743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237744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" y="950976"/>
            <a:ext cx="237744" cy="237744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78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lamaisondegador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194560" y="9875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377440" cy="2377440"/>
          </a:xfrm>
          <a:prstGeom prst="rect">
            <a:avLst/>
          </a:prstGeom>
          <a:solidFill>
            <a:srgbClr val="0D1F1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554480"/>
            <a:ext cx="1097280" cy="1097280"/>
          </a:xfrm>
          <a:prstGeom prst="ellipse">
            <a:avLst/>
          </a:prstGeom>
          <a:solidFill>
            <a:srgbClr val="1B4D4D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1737360"/>
            <a:ext cx="731520" cy="731520"/>
          </a:xfrm>
          <a:prstGeom prst="ellipse">
            <a:avLst/>
          </a:prstGeom>
          <a:solidFill>
            <a:srgbClr val="C9A84E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Here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237744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  ✉  ↗  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lamaisondegador  تمر الشوكولا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الفاخرة من قلب الدوحة...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#لامايزون_دي_غادور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4320" y="4636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873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73552" y="274320"/>
            <a:ext cx="2596896" cy="4114800"/>
          </a:xfrm>
          <a:prstGeom prst="roundRect">
            <a:avLst>
              <a:gd name="adj" fmla="val 528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914400"/>
            <a:ext cx="2377440" cy="2743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914400"/>
            <a:ext cx="2377440" cy="274320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1463040"/>
            <a:ext cx="2377440" cy="1463040"/>
          </a:xfrm>
          <a:prstGeom prst="rect">
            <a:avLst/>
          </a:prstGeom>
          <a:solidFill>
            <a:srgbClr val="1B4D4D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394960" y="2377440"/>
            <a:ext cx="256032" cy="256032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25" name="Text 23"/>
          <p:cNvSpPr/>
          <p:nvPr/>
        </p:nvSpPr>
        <p:spPr>
          <a:xfrm>
            <a:off x="3456432" y="3108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lamaisondegador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56432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صنع تمر الشوكولا 🍫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#تمور_فاخرة #الدوحة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40680" y="26974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 1.2K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48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⤴ 220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383280" y="3630168"/>
            <a:ext cx="2377440" cy="3657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383280" y="3630168"/>
            <a:ext cx="950976" cy="36576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4636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873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82512" y="274320"/>
            <a:ext cx="2596896" cy="4114800"/>
          </a:xfrm>
          <a:prstGeom prst="roundRect">
            <a:avLst>
              <a:gd name="adj" fmla="val 528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914400"/>
            <a:ext cx="2377440" cy="2743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914400"/>
            <a:ext cx="2377440" cy="274320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914400"/>
            <a:ext cx="2377440" cy="73152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36" name="Shape 34"/>
          <p:cNvSpPr/>
          <p:nvPr/>
        </p:nvSpPr>
        <p:spPr>
          <a:xfrm>
            <a:off x="6995160" y="914400"/>
            <a:ext cx="1874520" cy="73152"/>
          </a:xfrm>
          <a:prstGeom prst="rect">
            <a:avLst/>
          </a:prstGeom>
          <a:solidFill>
            <a:srgbClr val="F5F0E8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0" y="1024128"/>
            <a:ext cx="274320" cy="27432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38" name="Text 36"/>
          <p:cNvSpPr/>
          <p:nvPr/>
        </p:nvSpPr>
        <p:spPr>
          <a:xfrm>
            <a:off x="6894576" y="1069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lamaisondegador  ·  now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675120" y="1417320"/>
            <a:ext cx="2011680" cy="1051560"/>
          </a:xfrm>
          <a:prstGeom prst="rect">
            <a:avLst/>
          </a:prstGeom>
          <a:solidFill>
            <a:srgbClr val="1B4D4D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filling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prefer? 🍫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20840" y="2029968"/>
            <a:ext cx="1874520" cy="256032"/>
          </a:xfrm>
          <a:prstGeom prst="rect">
            <a:avLst/>
          </a:prstGeom>
          <a:solidFill>
            <a:srgbClr val="C9A84E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2029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Pistachio 🟢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20840" y="2322576"/>
            <a:ext cx="1874520" cy="256032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23225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Almond 🟤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لامايزون دي غادور 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up to order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49440" y="3337560"/>
            <a:ext cx="1463040" cy="228600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47" name="Text 45"/>
          <p:cNvSpPr/>
          <p:nvPr/>
        </p:nvSpPr>
        <p:spPr>
          <a:xfrm>
            <a:off x="694944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on WhatsApp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492240" y="4636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4873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Engagement Poll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Launch Content Calendar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Introduction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463040"/>
            <a:ext cx="73152" cy="73152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14264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Reel: Brand reveal + logo animation (15 sec)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" y="1728216"/>
            <a:ext cx="73152" cy="73152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" y="16916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Stories: 'Coming soon to Doha' countdown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" y="1993392"/>
            <a:ext cx="73152" cy="73152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1956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Carousel: Meet La Maison de Gador (5 slides)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2258568"/>
            <a:ext cx="73152" cy="73152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" y="2221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Reel: Date being stuffed — ASMR style close-up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" y="2523744"/>
            <a:ext cx="73152" cy="73152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Feed: Hero product shot on dark marble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26080"/>
            <a:ext cx="4206240" cy="457200"/>
          </a:xfrm>
          <a:prstGeom prst="rect">
            <a:avLst/>
          </a:prstGeom>
          <a:solidFill>
            <a:srgbClr val="6B1022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926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Focus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" y="3474720"/>
            <a:ext cx="73152" cy="73152"/>
          </a:xfrm>
          <a:prstGeom prst="ellipse">
            <a:avLst/>
          </a:prstGeom>
          <a:solidFill>
            <a:srgbClr val="6B102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" y="34381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— Carousel: Our Collections — all gift box sizes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" y="3739896"/>
            <a:ext cx="73152" cy="73152"/>
          </a:xfrm>
          <a:prstGeom prst="ellipse">
            <a:avLst/>
          </a:prstGeom>
          <a:solidFill>
            <a:srgbClr val="6B1022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" y="3703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Reel: Chocolate drizzle over dates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" y="4005072"/>
            <a:ext cx="73152" cy="73152"/>
          </a:xfrm>
          <a:prstGeom prst="ellipse">
            <a:avLst/>
          </a:prstGeom>
          <a:solidFill>
            <a:srgbClr val="6B1022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" y="39684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— Feed: Single date, dramatic lighting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" y="4270248"/>
            <a:ext cx="73152" cy="73152"/>
          </a:xfrm>
          <a:prstGeom prst="ellipse">
            <a:avLst/>
          </a:prstGeom>
          <a:solidFill>
            <a:srgbClr val="6B1022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" y="4233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— Reel: Unboxing a luxury gift box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" y="4535424"/>
            <a:ext cx="73152" cy="73152"/>
          </a:xfrm>
          <a:prstGeom prst="ellipse">
            <a:avLst/>
          </a:prstGeom>
          <a:solidFill>
            <a:srgbClr val="6B1022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" y="4498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Carousel: The Art of Filling — step-by-step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solidFill>
            <a:srgbClr val="1A5A3A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914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1500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 &amp; Gifting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18888" y="1463040"/>
            <a:ext cx="73152" cy="73152"/>
          </a:xfrm>
          <a:prstGeom prst="ellipse">
            <a:avLst/>
          </a:prstGeom>
          <a:solidFill>
            <a:srgbClr val="1A5A3A"/>
          </a:solidFill>
          <a:ln/>
        </p:spPr>
      </p:sp>
      <p:sp>
        <p:nvSpPr>
          <p:cNvPr id="37" name="Text 35"/>
          <p:cNvSpPr/>
          <p:nvPr/>
        </p:nvSpPr>
        <p:spPr>
          <a:xfrm>
            <a:off x="4946904" y="14264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— Reel: Dates with Arabic coffee in majlis setting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18888" y="1728216"/>
            <a:ext cx="73152" cy="73152"/>
          </a:xfrm>
          <a:prstGeom prst="ellipse">
            <a:avLst/>
          </a:prstGeom>
          <a:solidFill>
            <a:srgbClr val="1A5A3A"/>
          </a:solidFill>
          <a:ln/>
        </p:spPr>
      </p:sp>
      <p:sp>
        <p:nvSpPr>
          <p:cNvPr id="39" name="Text 37"/>
          <p:cNvSpPr/>
          <p:nvPr/>
        </p:nvSpPr>
        <p:spPr>
          <a:xfrm>
            <a:off x="4946904" y="16916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— Feed: Gift box on marble with gold accents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18888" y="1993392"/>
            <a:ext cx="73152" cy="73152"/>
          </a:xfrm>
          <a:prstGeom prst="ellipse">
            <a:avLst/>
          </a:prstGeom>
          <a:solidFill>
            <a:srgbClr val="1A5A3A"/>
          </a:solidFill>
          <a:ln/>
        </p:spPr>
      </p:sp>
      <p:sp>
        <p:nvSpPr>
          <p:cNvPr id="41" name="Text 39"/>
          <p:cNvSpPr/>
          <p:nvPr/>
        </p:nvSpPr>
        <p:spPr>
          <a:xfrm>
            <a:off x="4946904" y="1956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— Story: First customer testimonial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18888" y="2258568"/>
            <a:ext cx="73152" cy="73152"/>
          </a:xfrm>
          <a:prstGeom prst="ellipse">
            <a:avLst/>
          </a:prstGeom>
          <a:solidFill>
            <a:srgbClr val="1A5A3A"/>
          </a:solidFill>
          <a:ln/>
        </p:spPr>
      </p:sp>
      <p:sp>
        <p:nvSpPr>
          <p:cNvPr id="43" name="Text 41"/>
          <p:cNvSpPr/>
          <p:nvPr/>
        </p:nvSpPr>
        <p:spPr>
          <a:xfrm>
            <a:off x="4946904" y="2221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Carousel: Perfect for Every Occasion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18888" y="2523744"/>
            <a:ext cx="73152" cy="73152"/>
          </a:xfrm>
          <a:prstGeom prst="ellipse">
            <a:avLst/>
          </a:prstGeom>
          <a:solidFill>
            <a:srgbClr val="1A5A3A"/>
          </a:solidFill>
          <a:ln/>
        </p:spPr>
      </p:sp>
      <p:sp>
        <p:nvSpPr>
          <p:cNvPr id="45" name="Text 43"/>
          <p:cNvSpPr/>
          <p:nvPr/>
        </p:nvSpPr>
        <p:spPr>
          <a:xfrm>
            <a:off x="4946904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— Feed: Cross-section of date showing filling layers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292608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926080"/>
            <a:ext cx="4206240" cy="457200"/>
          </a:xfrm>
          <a:prstGeom prst="rect">
            <a:avLst/>
          </a:prstGeom>
          <a:solidFill>
            <a:srgbClr val="3A2060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2926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71500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Growth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18888" y="3474720"/>
            <a:ext cx="73152" cy="73152"/>
          </a:xfrm>
          <a:prstGeom prst="ellipse">
            <a:avLst/>
          </a:prstGeom>
          <a:solidFill>
            <a:srgbClr val="3A2060"/>
          </a:solidFill>
          <a:ln/>
        </p:spPr>
      </p:sp>
      <p:sp>
        <p:nvSpPr>
          <p:cNvPr id="51" name="Text 49"/>
          <p:cNvSpPr/>
          <p:nvPr/>
        </p:nvSpPr>
        <p:spPr>
          <a:xfrm>
            <a:off x="4946904" y="34381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 — Reel: A day in our kitchen montage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18888" y="3739896"/>
            <a:ext cx="73152" cy="73152"/>
          </a:xfrm>
          <a:prstGeom prst="ellipse">
            <a:avLst/>
          </a:prstGeom>
          <a:solidFill>
            <a:srgbClr val="3A2060"/>
          </a:solidFill>
          <a:ln/>
        </p:spPr>
      </p:sp>
      <p:sp>
        <p:nvSpPr>
          <p:cNvPr id="53" name="Text 51"/>
          <p:cNvSpPr/>
          <p:nvPr/>
        </p:nvSpPr>
        <p:spPr>
          <a:xfrm>
            <a:off x="4946904" y="3703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23 — Feed: Corporate gift box with branded sleeve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18888" y="4005072"/>
            <a:ext cx="73152" cy="73152"/>
          </a:xfrm>
          <a:prstGeom prst="ellipse">
            <a:avLst/>
          </a:prstGeom>
          <a:solidFill>
            <a:srgbClr val="3A2060"/>
          </a:solidFill>
          <a:ln/>
        </p:spPr>
      </p:sp>
      <p:sp>
        <p:nvSpPr>
          <p:cNvPr id="55" name="Text 53"/>
          <p:cNvSpPr/>
          <p:nvPr/>
        </p:nvSpPr>
        <p:spPr>
          <a:xfrm>
            <a:off x="4946904" y="39684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 — Reel: Influencer unboxing (first collab)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18888" y="4270248"/>
            <a:ext cx="73152" cy="73152"/>
          </a:xfrm>
          <a:prstGeom prst="ellipse">
            <a:avLst/>
          </a:prstGeom>
          <a:solidFill>
            <a:srgbClr val="3A2060"/>
          </a:solidFill>
          <a:ln/>
        </p:spPr>
      </p:sp>
      <p:sp>
        <p:nvSpPr>
          <p:cNvPr id="57" name="Text 55"/>
          <p:cNvSpPr/>
          <p:nvPr/>
        </p:nvSpPr>
        <p:spPr>
          <a:xfrm>
            <a:off x="4946904" y="4233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 — Story: Giveaway — Win a luxury gift box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18888" y="4535424"/>
            <a:ext cx="73152" cy="73152"/>
          </a:xfrm>
          <a:prstGeom prst="ellipse">
            <a:avLst/>
          </a:prstGeom>
          <a:solidFill>
            <a:srgbClr val="3A2060"/>
          </a:solidFill>
          <a:ln/>
        </p:spPr>
      </p:sp>
      <p:sp>
        <p:nvSpPr>
          <p:cNvPr id="59" name="Text 57"/>
          <p:cNvSpPr/>
          <p:nvPr/>
        </p:nvSpPr>
        <p:spPr>
          <a:xfrm>
            <a:off x="4946904" y="4498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— Carousel: 'Coming next month...' — new flavors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977640"/>
          </a:xfrm>
          <a:prstGeom prst="rect">
            <a:avLst/>
          </a:prstGeom>
          <a:solidFill>
            <a:srgbClr val="2A6B6B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73152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87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Pre-Launch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Weeks Before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468880" cy="27432"/>
          </a:xfrm>
          <a:prstGeom prst="rect">
            <a:avLst/>
          </a:prstGeom>
          <a:solidFill>
            <a:srgbClr val="C9A84E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993392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Instagram + Facebook business pages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3408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5–7 teaser images — never the full product yet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countdown: '7 days... 6 days...'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1455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WhatsApp signups: 'Be the first to taste'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3547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teaser boxes to 10 micro-influencers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914400"/>
            <a:ext cx="2743200" cy="3977640"/>
          </a:xfrm>
          <a:prstGeom prst="rect">
            <a:avLst/>
          </a:prstGeom>
          <a:solidFill>
            <a:srgbClr val="6B1022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914400"/>
            <a:ext cx="2743200" cy="73152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987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12618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Day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468880" cy="27432"/>
          </a:xfrm>
          <a:prstGeom prst="rect">
            <a:avLst/>
          </a:prstGeom>
          <a:solidFill>
            <a:srgbClr val="C9A84E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1993392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reveal Reel + Carousel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395728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23408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posts all go live at the same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798064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29" name="Text 27"/>
          <p:cNvSpPr/>
          <p:nvPr/>
        </p:nvSpPr>
        <p:spPr>
          <a:xfrm>
            <a:off x="349300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Stories: behind the scenes of launch day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200400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31" name="Text 29"/>
          <p:cNvSpPr/>
          <p:nvPr/>
        </p:nvSpPr>
        <p:spPr>
          <a:xfrm>
            <a:off x="3493008" y="31455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 to pre-launch list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602736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33" name="Text 31"/>
          <p:cNvSpPr/>
          <p:nvPr/>
        </p:nvSpPr>
        <p:spPr>
          <a:xfrm>
            <a:off x="3493008" y="3547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the reveal post ($20–50 that day)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914400"/>
            <a:ext cx="2743200" cy="3977640"/>
          </a:xfrm>
          <a:prstGeom prst="rect">
            <a:avLst/>
          </a:prstGeom>
          <a:solidFill>
            <a:srgbClr val="1A5A3A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914400"/>
            <a:ext cx="2743200" cy="73152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987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12618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Campaign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3–6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1874520"/>
            <a:ext cx="2468880" cy="27432"/>
          </a:xfrm>
          <a:prstGeom prst="rect">
            <a:avLst/>
          </a:prstGeom>
          <a:solidFill>
            <a:srgbClr val="C9A84E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1993392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40" name="Text 38"/>
          <p:cNvSpPr/>
          <p:nvPr/>
        </p:nvSpPr>
        <p:spPr>
          <a:xfrm>
            <a:off x="6464808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Art of Gifting' — position dates as THE premium gift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2395728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42" name="Text 40"/>
          <p:cNvSpPr/>
          <p:nvPr/>
        </p:nvSpPr>
        <p:spPr>
          <a:xfrm>
            <a:off x="6464808" y="23408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series: 'Perfect for Ramadan / Corporate / Weddings'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2798064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44" name="Text 42"/>
          <p:cNvSpPr/>
          <p:nvPr/>
        </p:nvSpPr>
        <p:spPr>
          <a:xfrm>
            <a:off x="646480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influencer unboxing videos per week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3200400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46" name="Text 44"/>
          <p:cNvSpPr/>
          <p:nvPr/>
        </p:nvSpPr>
        <p:spPr>
          <a:xfrm>
            <a:off x="6464808" y="31455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Instagram Shopping — link products directly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09360" y="3602736"/>
            <a:ext cx="91440" cy="91440"/>
          </a:xfrm>
          <a:prstGeom prst="ellipse">
            <a:avLst/>
          </a:prstGeom>
          <a:solidFill>
            <a:srgbClr val="C9A84E"/>
          </a:solidFill>
          <a:ln/>
        </p:spPr>
      </p:sp>
      <p:sp>
        <p:nvSpPr>
          <p:cNvPr id="48" name="Text 46"/>
          <p:cNvSpPr/>
          <p:nvPr/>
        </p:nvSpPr>
        <p:spPr>
          <a:xfrm>
            <a:off x="6464808" y="3547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corporate gifting pipeline via WhatsApp outreach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to Get Started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02920" cy="123444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03320" y="1014984"/>
            <a:ext cx="548640" cy="20116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014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Photos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3441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phone photos work to start. Dark background, good light, close-up of the dates. We can use your kitchen counter and a dark tray. Professional shoot can come later.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3317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331720"/>
            <a:ext cx="502920" cy="123444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23317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703320" y="2386584"/>
            <a:ext cx="548640" cy="20116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386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SVG Logo File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27157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vector logo from the designer (transparent background, no square). Needed for the website header, social media, and packaging.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7033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703320"/>
            <a:ext cx="502920" cy="123444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37033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703320" y="3758184"/>
            <a:ext cx="548640" cy="20116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758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Account Access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0873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@lamaisondegador on Instagram (and Facebook). We manage the content together — you approve everything before it goes live via our WhatsApp group.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960120"/>
            <a:ext cx="502920" cy="123444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9601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5780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Business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57800" y="13441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on +974 3331 4007 with the brand profile, logo, and auto-reply messages. This is our primary sales channel.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3317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331720"/>
            <a:ext cx="502920" cy="123444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3317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2578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Registration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57800" y="27157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lamaisondegador.com (or .qa) via Cloudflare. ~$12/year. Then connect it to our website on Vercel.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7033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03320"/>
            <a:ext cx="502920" cy="123444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033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25780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Workflow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57800" y="40873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week, Kevin prepares the content (posts + captions in EN/AR). You approve via WhatsApp. Kevin schedules via Meta Business Suite. Simple.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— What It Costs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560320" cy="1828800"/>
          </a:xfrm>
          <a:prstGeom prst="rect">
            <a:avLst/>
          </a:prstGeom>
          <a:solidFill>
            <a:srgbClr val="1B4D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2286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914400"/>
            <a:ext cx="5943600" cy="347472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Costs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9144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261872"/>
            <a:ext cx="5943600" cy="274320"/>
          </a:xfrm>
          <a:prstGeom prst="rect">
            <a:avLst/>
          </a:prstGeom>
          <a:solidFill>
            <a:srgbClr val="1A3535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 (Vercel)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0" y="1261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1536192"/>
            <a:ext cx="5943600" cy="27432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(.com — Cloudflare)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89520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~$1/mo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71800" y="1810512"/>
            <a:ext cx="5943600" cy="274320"/>
          </a:xfrm>
          <a:prstGeom prst="rect">
            <a:avLst/>
          </a:prstGeom>
          <a:solidFill>
            <a:srgbClr val="1A3535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Suite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0" y="1810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71800" y="2084832"/>
            <a:ext cx="5943600" cy="27432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(design tool)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0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71800" y="2359152"/>
            <a:ext cx="5943600" cy="274320"/>
          </a:xfrm>
          <a:prstGeom prst="rect">
            <a:avLst/>
          </a:prstGeom>
          <a:solidFill>
            <a:srgbClr val="1A3535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Email (5 users)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71800" y="2633472"/>
            <a:ext cx="5943600" cy="27432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8952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2907792"/>
            <a:ext cx="8686800" cy="347472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077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Costs (Growth Budget — Optional at Start)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255264"/>
            <a:ext cx="8686800" cy="457200"/>
          </a:xfrm>
          <a:prstGeom prst="rect">
            <a:avLst/>
          </a:prstGeom>
          <a:solidFill>
            <a:srgbClr val="1A3535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2552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boosting on Instagram/Facebook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32552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$150–300/mo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with best organic posts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712464"/>
            <a:ext cx="8686800" cy="45720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7124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gifting (product boxes)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80560" y="37124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$50–200/mo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0" y="37124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free boxes in exchange for posts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4169664"/>
            <a:ext cx="8686800" cy="457200"/>
          </a:xfrm>
          <a:prstGeom prst="rect">
            <a:avLst/>
          </a:prstGeom>
          <a:solidFill>
            <a:srgbClr val="1A3535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1696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photography (first shoot)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480560" y="41696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$200–500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852160" y="4169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 — or DIY with phone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" y="4636008"/>
            <a:ext cx="8686800" cy="347472"/>
          </a:xfrm>
          <a:prstGeom prst="rect">
            <a:avLst/>
          </a:prstGeom>
          <a:solidFill>
            <a:srgbClr val="C9A84E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design, and social tools are 100% free. The only real cost to start is the ad budget — and even that is optional in week 1.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What Happens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4864" cy="120700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1024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Create Social Accounts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24128"/>
            <a:ext cx="804672" cy="20116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0241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6616" y="13441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@lamaisondegador on Instagram and Facebook. We'll optimize the profile together.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911096"/>
            <a:ext cx="685800" cy="201168"/>
          </a:xfrm>
          <a:prstGeom prst="rect">
            <a:avLst/>
          </a:prstGeom>
          <a:solidFill>
            <a:srgbClr val="6B102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110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2313432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13432"/>
            <a:ext cx="54864" cy="120700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📸  First Product Photos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2377440"/>
            <a:ext cx="804672" cy="20116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3774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6616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10–15 photos of the dates at home. Dark surface, good phone camera, natural light. Send to Kevin.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3264408"/>
            <a:ext cx="685800" cy="201168"/>
          </a:xfrm>
          <a:prstGeom prst="rect">
            <a:avLst/>
          </a:prstGeom>
          <a:solidFill>
            <a:srgbClr val="6B1022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2644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3666744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666744"/>
            <a:ext cx="54864" cy="120700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" y="3730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Register the Domain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3730752"/>
            <a:ext cx="804672" cy="20116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7307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6616" y="405079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lamaisondegador.com via Cloudflare (~$12/year). Kevin will connect it to the website.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4617720"/>
            <a:ext cx="685800" cy="201168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4617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960120"/>
            <a:ext cx="54864" cy="120700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30" name="Text 28"/>
          <p:cNvSpPr/>
          <p:nvPr/>
        </p:nvSpPr>
        <p:spPr>
          <a:xfrm>
            <a:off x="4791456" y="1024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Get SVG Logo from Designer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63840" y="1024128"/>
            <a:ext cx="804672" cy="20116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10241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91456" y="13441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designer and request the clean transparent PNG/SVG version of the new phoenix logo.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01000" y="1911096"/>
            <a:ext cx="685800" cy="201168"/>
          </a:xfrm>
          <a:prstGeom prst="rect">
            <a:avLst/>
          </a:prstGeom>
          <a:solidFill>
            <a:srgbClr val="6B1022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19110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2313432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313432"/>
            <a:ext cx="54864" cy="120700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38" name="Text 36"/>
          <p:cNvSpPr/>
          <p:nvPr/>
        </p:nvSpPr>
        <p:spPr>
          <a:xfrm>
            <a:off x="4791456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First Content Batch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63840" y="2377440"/>
            <a:ext cx="804672" cy="20116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23774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91456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prepares Week 1 posts (7 pieces of content). Uncle approves via WhatsApp. Schedule and launch.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01000" y="3264408"/>
            <a:ext cx="685800" cy="201168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32644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666744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666744"/>
            <a:ext cx="54864" cy="1207008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46" name="Text 44"/>
          <p:cNvSpPr/>
          <p:nvPr/>
        </p:nvSpPr>
        <p:spPr>
          <a:xfrm>
            <a:off x="4791456" y="3730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Official Launch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863840" y="3730752"/>
            <a:ext cx="804672" cy="20116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0" y="37307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91456" y="405079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reveal day. Full launch strategy kicks in. Influencer outreach begins. First orders arrive.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01000" y="4617720"/>
            <a:ext cx="685800" cy="201168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0" y="4617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E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1371600"/>
            <a:ext cx="3200400" cy="3200400"/>
          </a:xfrm>
          <a:prstGeom prst="ellipse">
            <a:avLst/>
          </a:prstGeom>
          <a:solidFill>
            <a:srgbClr val="1B4D4D">
              <a:alpha val="30000"/>
            </a:srgbClr>
          </a:solidFill>
          <a:ln w="12700">
            <a:solidFill>
              <a:srgbClr val="1B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C9A84E">
              <a:alpha val="20000"/>
            </a:srgbClr>
          </a:solidFill>
          <a:ln w="12700">
            <a:solidFill>
              <a:srgbClr val="C9A8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800" kern="0" dirty="0">
                <a:solidFill>
                  <a:srgbClr val="C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MAISON DE GADOR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فن التذوق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 Adoration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2514600"/>
            <a:ext cx="2743200" cy="27432"/>
          </a:xfrm>
          <a:prstGeom prst="rect">
            <a:avLst/>
          </a:prstGeom>
          <a:solidFill>
            <a:srgbClr val="C9A84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 will build something beautiful for Doha.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 Contact Kevin on WhatsApp anytime.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solidFill>
            <a:srgbClr val="C9A84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+974 3331 4007 (Uncle Zouzou)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Kevin Rizk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Maison de Gador — Social Media Plan</dc:title>
  <dc:subject>PptxGenJS Presentation</dc:subject>
  <dc:creator>Kevin Rizk</dc:creator>
  <cp:lastModifiedBy>Kevin Rizk</cp:lastModifiedBy>
  <cp:revision>1</cp:revision>
  <dcterms:created xsi:type="dcterms:W3CDTF">2026-03-26T18:08:31Z</dcterms:created>
  <dcterms:modified xsi:type="dcterms:W3CDTF">2026-03-26T18:08:31Z</dcterms:modified>
</cp:coreProperties>
</file>